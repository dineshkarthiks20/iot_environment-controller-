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57200"/>
            <a:ext cx="1645920" cy="1645920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1234440"/>
            <a:ext cx="822960" cy="82296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5394960"/>
            <a:ext cx="1828800" cy="1828800"/>
          </a:xfrm>
          <a:prstGeom prst="ellipse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PB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IoT Environment Monitor
with Threshold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D2E1F5"/>
                </a:solidFill>
                <a:latin typeface="Aptos"/>
              </a:rPr>
              <a:t>Software-Simulated ESP32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160520"/>
            <a:ext cx="8503920" cy="1417320"/>
          </a:xfrm>
          <a:prstGeom prst="roundRect">
            <a:avLst/>
          </a:prstGeom>
          <a:solidFill>
            <a:srgbClr val="1C3150"/>
          </a:solidFill>
          <a:ln>
            <a:solidFill>
              <a:srgbClr val="4B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343400"/>
            <a:ext cx="7863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Student 1: __________________________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Student 2: __________________________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Student 3: __________________________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Student 4: 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B4C8E1"/>
                </a:solidFill>
                <a:latin typeface="Aptos"/>
              </a:rPr>
              <a:t>CSIT  •  REVA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DCE6F5"/>
                </a:solidFill>
                <a:latin typeface="Aptos"/>
              </a:rPr>
              <a:t>PB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• Environmental conditions can change quickly and may go unnoticed.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• Manual monitoring does not provide continuous real-time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• A sudden rise in temperature or humidity can require immediate attention.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• An automated monitoring system can detect abnormal conditions and generate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5661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325880"/>
            <a:ext cx="82296" cy="1417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49047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84248"/>
            <a:ext cx="3154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How can we continuously monitor the environment and warn users when safe limits are exceeded?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971800"/>
            <a:ext cx="35661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971800"/>
            <a:ext cx="82296" cy="14173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13639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630168"/>
            <a:ext cx="3154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Build a low-cost, software-simulated IoT prototype that detects threshold violations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617720"/>
            <a:ext cx="356616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4617720"/>
            <a:ext cx="82296" cy="114300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78231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Key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27608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Sense → Process → Compare →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8"/>
                </a:solidFill>
                <a:latin typeface="Aptos"/>
              </a:rPr>
              <a:t>PB HACKATHON  •  IoT Environment Monitor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DCE6F5"/>
                </a:solidFill>
                <a:latin typeface="Aptos"/>
              </a:rPr>
              <a:t>PB 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1460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82296" cy="182880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DHT22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Temperature
+ Humidity</a:t>
            </a:r>
          </a:p>
        </p:txBody>
      </p:sp>
      <p:sp>
        <p:nvSpPr>
          <p:cNvPr id="9" name="Chevron 8"/>
          <p:cNvSpPr/>
          <p:nvPr/>
        </p:nvSpPr>
        <p:spPr>
          <a:xfrm>
            <a:off x="3090672" y="2423160"/>
            <a:ext cx="411480" cy="54864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51460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82296" cy="18288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933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ESP32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87168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Read &amp; process
data</a:t>
            </a:r>
          </a:p>
        </p:txBody>
      </p:sp>
      <p:sp>
        <p:nvSpPr>
          <p:cNvPr id="14" name="Chevron 13"/>
          <p:cNvSpPr/>
          <p:nvPr/>
        </p:nvSpPr>
        <p:spPr>
          <a:xfrm>
            <a:off x="5971032" y="2423160"/>
            <a:ext cx="411480" cy="54864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51460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82296" cy="1828800"/>
          </a:xfrm>
          <a:prstGeom prst="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933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Threshold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87168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Compare with
safe limits</a:t>
            </a:r>
          </a:p>
        </p:txBody>
      </p:sp>
      <p:sp>
        <p:nvSpPr>
          <p:cNvPr id="19" name="Chevron 18"/>
          <p:cNvSpPr/>
          <p:nvPr/>
        </p:nvSpPr>
        <p:spPr>
          <a:xfrm>
            <a:off x="8851392" y="2423160"/>
            <a:ext cx="411480" cy="548640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828800"/>
            <a:ext cx="251460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82296" cy="1828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9933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87168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LED + Buzzer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232A34"/>
                </a:solidFill>
                <a:latin typeface="Aptos"/>
              </a:rPr>
              <a:t>The system continuously reads sensor data and automatically changes from NORMAL to ALERT when a threshold is exceeded.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8"/>
                </a:solidFill>
                <a:latin typeface="Aptos"/>
              </a:rPr>
              <a:t>PB HACKATHON  •  IoT Environment Monitor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3. Components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DCE6F5"/>
                </a:solidFill>
                <a:latin typeface="Aptos"/>
              </a:rPr>
              <a:t>PB 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1546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82296" cy="16002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0759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Main microcontroller used to read the sensor and control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1546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143000"/>
            <a:ext cx="82296" cy="160020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0759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DHT22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01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Simulated temperature and humidity sensor.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143000"/>
            <a:ext cx="31546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143000"/>
            <a:ext cx="82296" cy="1600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30759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801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Visual warning when a threshold is exceeded.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31546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46120"/>
            <a:ext cx="82296" cy="1600200"/>
          </a:xfrm>
          <a:prstGeom prst="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1071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Buzzer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04487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Audio warning for abnormal conditions.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1546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82296" cy="160020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41071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Wokwi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904487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Online simulator used to build and test the prototype.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246120"/>
            <a:ext cx="315468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0" y="3246120"/>
            <a:ext cx="82296" cy="16002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41071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Arduino C/C++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904487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Program used for sensor reading and threshold logic.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8"/>
                </a:solidFill>
                <a:latin typeface="Aptos"/>
              </a:rPr>
              <a:t>PB HACKATHON  •  IoT Environment Monitor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DCE6F5"/>
                </a:solidFill>
                <a:latin typeface="Aptos"/>
              </a:rPr>
              <a:t>PB 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965960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2440"/>
                </a:solidFill>
                <a:latin typeface="Aptos"/>
              </a:rPr>
              <a:t>DHT22
Sensor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828800"/>
            <a:ext cx="1965960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20574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2440"/>
                </a:solidFill>
                <a:latin typeface="Aptos"/>
              </a:rPr>
              <a:t>ESP32
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828800"/>
            <a:ext cx="1965960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F0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574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2440"/>
                </a:solidFill>
                <a:latin typeface="Aptos"/>
              </a:rPr>
              <a:t>Threshold
Checking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828800"/>
            <a:ext cx="1965960" cy="11430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0574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2440"/>
                </a:solidFill>
                <a:latin typeface="Aptos"/>
              </a:rPr>
              <a:t>LED + Buzzer
Alert</a:t>
            </a:r>
          </a:p>
        </p:txBody>
      </p:sp>
      <p:sp>
        <p:nvSpPr>
          <p:cNvPr id="13" name="Chevron 12"/>
          <p:cNvSpPr/>
          <p:nvPr/>
        </p:nvSpPr>
        <p:spPr>
          <a:xfrm>
            <a:off x="2606040" y="2139696"/>
            <a:ext cx="411480" cy="50292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5257800" y="2139696"/>
            <a:ext cx="411480" cy="50292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909560" y="2139696"/>
            <a:ext cx="411480" cy="50292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3886200"/>
            <a:ext cx="365760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886200"/>
            <a:ext cx="82296" cy="1371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4050791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Temperature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54456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&gt; 35°C  → 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886200"/>
            <a:ext cx="365760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886200"/>
            <a:ext cx="82296" cy="13716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050791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Humidity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54456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&gt; 80%  → 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8"/>
                </a:solidFill>
                <a:latin typeface="Aptos"/>
              </a:rPr>
              <a:t>PB HACKATHON  •  IoT Environment Monitor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5. 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DCE6F5"/>
                </a:solidFill>
                <a:latin typeface="Aptos"/>
              </a:rPr>
              <a:t>PB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DHT22 provides temperature and humidity readings.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ESP32 reads the values every few seconds.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The program compares readings with predefined thresholds.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If all values are within limits, the system shows NORMAL.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If a limit is exceeded, the LED and buzzer are activated.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17320"/>
            <a:ext cx="356616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82296" cy="150876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8191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75688"/>
            <a:ext cx="315467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25°C + 40% humidity
→ 🟢 STATUS: NORMAL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337560"/>
            <a:ext cx="356616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3337560"/>
            <a:ext cx="82296" cy="15087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50215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995928"/>
            <a:ext cx="315467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38°C + 40% humidity
→ 🔴 STATUS: ALERT!
→ LED + Buzzer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8"/>
                </a:solidFill>
                <a:latin typeface="Aptos"/>
              </a:rPr>
              <a:t>PB HACKATHON  •  IoT Environment Monitor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6. Program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DCE6F5"/>
                </a:solidFill>
                <a:latin typeface="Aptos"/>
              </a:rPr>
              <a:t>PB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6583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32A34"/>
                </a:solidFill>
                <a:latin typeface="Consolas"/>
              </a:rPr>
              <a:t>Read temperature
Read humidity
if (temperature &gt; 35°C
    OR humidity &gt; 80%):
    LED = ON
    Buzzer = ON
    STATUS = ALERT
else:
    LED = OFF
    Buzzer = OFF
    STATUS = 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25880"/>
            <a:ext cx="31089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325880"/>
            <a:ext cx="82296" cy="1325880"/>
          </a:xfrm>
          <a:prstGeom prst="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490472"/>
            <a:ext cx="2697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Current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984248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Temperature: 35°C
Humidity: 80%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017520"/>
            <a:ext cx="31089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3017520"/>
            <a:ext cx="82296" cy="13258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182112"/>
            <a:ext cx="2697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675887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LED: GPIO 2
Buzzer: GPIO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709160"/>
            <a:ext cx="31089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4709160"/>
            <a:ext cx="82296" cy="96012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873752"/>
            <a:ext cx="2697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367528"/>
            <a:ext cx="26974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DHT22: GPIO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8"/>
                </a:solidFill>
                <a:latin typeface="Aptos"/>
              </a:rPr>
              <a:t>PB HACKATHON  •  IoT Environment Monitor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7. Simulation &amp;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DCE6F5"/>
                </a:solidFill>
                <a:latin typeface="Aptos"/>
              </a:rPr>
              <a:t>PB HACKATHON</a:t>
            </a:r>
          </a:p>
        </p:txBody>
      </p:sp>
      <p:pic>
        <p:nvPicPr>
          <p:cNvPr id="5" name="Picture 4" descr="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903720" cy="4983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234440"/>
            <a:ext cx="352044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234440"/>
            <a:ext cx="82296" cy="137160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990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Normal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9280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Sensor values below limits
🟢 LED OFF
🔇 Buzzer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971800"/>
            <a:ext cx="352044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2971800"/>
            <a:ext cx="82296" cy="16459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13639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Alert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63016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Temperature raised to 38°C
🔴 LED ON
🔊 Buzzer 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983480"/>
            <a:ext cx="3520440" cy="73152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4983480"/>
            <a:ext cx="82296" cy="7315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5148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641848"/>
            <a:ext cx="310896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Threshold alert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8"/>
                </a:solidFill>
                <a:latin typeface="Aptos"/>
              </a:rPr>
              <a:t>PB HACKATHON  •  IoT Environment Monitor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8. Benefits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DCE6F5"/>
                </a:solidFill>
                <a:latin typeface="Aptos"/>
              </a:rPr>
              <a:t>PB 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82296" cy="114300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Continuous monitoring • Fast alerts • Low-cost prototype • Easy to expand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651760"/>
            <a:ext cx="82296" cy="1143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Smart Spaces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Classrooms • Offices • Homes • Laboratories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1480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82296" cy="1143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7316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Helps users notice abnormal environmental conditions quickly.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188720"/>
            <a:ext cx="5074920" cy="4069080"/>
          </a:xfrm>
          <a:prstGeom prst="roundRect">
            <a:avLst/>
          </a:prstGeom>
          <a:solidFill>
            <a:srgbClr val="F5F8FC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188720"/>
            <a:ext cx="82296" cy="4069080"/>
          </a:xfrm>
          <a:prstGeom prst="rect">
            <a:avLst/>
          </a:prstGeom>
          <a:solidFill>
            <a:srgbClr val="F0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5331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440"/>
                </a:solidFill>
                <a:latin typeface="Aptos Display"/>
              </a:rPr>
              <a:t>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47088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A34"/>
                </a:solidFill>
                <a:latin typeface="Aptos"/>
              </a:rPr>
              <a:t>• Add air-quality monitoring using MQ-135
• Cloud/IoT dashboard
• Mobile notifications
• Historical graphs and data logging
• More environmental sensors
• AI-based prediction and 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78"/>
                </a:solidFill>
                <a:latin typeface="Aptos"/>
              </a:rPr>
              <a:t>PB HACKATHON  •  IoT Environment Monitor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 Display"/>
              </a:rP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E1EBFA"/>
                </a:solidFill>
                <a:latin typeface="Aptos"/>
              </a:rPr>
              <a:t>The project demonstrates a practical IoT approach to environmental monitoring.
The ESP32 continuously processes sensor data and provides an immediate LED and buzzer alert when safe thresholds are exceeded.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4340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749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ED2EB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